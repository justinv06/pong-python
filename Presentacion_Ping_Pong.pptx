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09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13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8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64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3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42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77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29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87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3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74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3345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04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7186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66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83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983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3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Juego de Ping Pong 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Presentación del Proyecto en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123825"/>
            <a:ext cx="6554867" cy="1524000"/>
          </a:xfrm>
        </p:spPr>
        <p:txBody>
          <a:bodyPr/>
          <a:lstStyle/>
          <a:p>
            <a:r>
              <a:rPr dirty="0" err="1"/>
              <a:t>Objetivo</a:t>
            </a:r>
            <a:r>
              <a:rPr dirty="0"/>
              <a:t> del </a:t>
            </a:r>
            <a:r>
              <a:rPr dirty="0" err="1"/>
              <a:t>Programa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Desarrollar un juego de Ping Pong utilizando Python y pygame.</a:t>
            </a:r>
          </a:p>
          <a:p>
            <a:r>
              <a:t>Aplicar estructuras de datos como tuplas, listas y diccionarios.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47625"/>
            <a:ext cx="6554867" cy="1524000"/>
          </a:xfrm>
        </p:spPr>
        <p:txBody>
          <a:bodyPr/>
          <a:lstStyle/>
          <a:p>
            <a:r>
              <a:rPr dirty="0" err="1"/>
              <a:t>Principales</a:t>
            </a:r>
            <a:r>
              <a:rPr dirty="0"/>
              <a:t> </a:t>
            </a:r>
            <a:r>
              <a:rPr dirty="0" err="1"/>
              <a:t>Funcionalidades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Movimiento de paletas</a:t>
            </a:r>
          </a:p>
          <a:p>
            <a:r>
              <a:t>- Movimiento y rebote de la pelota</a:t>
            </a:r>
          </a:p>
          <a:p>
            <a:r>
              <a:t>- Sistema de puntuación</a:t>
            </a:r>
          </a:p>
          <a:p>
            <a:r>
              <a:t>- Detección de colisiones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6" y="-106362"/>
            <a:ext cx="6554867" cy="1524000"/>
          </a:xfrm>
        </p:spPr>
        <p:txBody>
          <a:bodyPr/>
          <a:lstStyle/>
          <a:p>
            <a:r>
              <a:t>Estructura del Juego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6A5153-0B82-4F88-94D1-DC15766DF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6" y="1417638"/>
            <a:ext cx="6843713" cy="4562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09550"/>
            <a:ext cx="6554867" cy="1524000"/>
          </a:xfrm>
        </p:spPr>
        <p:txBody>
          <a:bodyPr/>
          <a:lstStyle/>
          <a:p>
            <a:r>
              <a:rPr lang="es-MX" dirty="0"/>
              <a:t>VISUALIZACION DEL JUEGO 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70524C5-545F-4C8D-A17B-1056E51CB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825" y="1931554"/>
            <a:ext cx="4087559" cy="32119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17" y="728130"/>
            <a:ext cx="6554867" cy="1524000"/>
          </a:xfrm>
        </p:spPr>
        <p:txBody>
          <a:bodyPr/>
          <a:lstStyle/>
          <a:p>
            <a:r>
              <a:rPr dirty="0" err="1"/>
              <a:t>Conclusión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617" y="1490130"/>
            <a:ext cx="6554867" cy="3767670"/>
          </a:xfrm>
        </p:spPr>
        <p:txBody>
          <a:bodyPr/>
          <a:lstStyle/>
          <a:p>
            <a:r>
              <a:rPr dirty="0"/>
              <a:t>El </a:t>
            </a:r>
            <a:r>
              <a:rPr dirty="0" err="1"/>
              <a:t>proyecto</a:t>
            </a:r>
            <a:r>
              <a:rPr dirty="0"/>
              <a:t> integra </a:t>
            </a:r>
            <a:r>
              <a:rPr dirty="0" err="1"/>
              <a:t>conceptos</a:t>
            </a:r>
            <a:r>
              <a:rPr dirty="0"/>
              <a:t> </a:t>
            </a:r>
            <a:r>
              <a:rPr dirty="0" err="1"/>
              <a:t>fundamentales</a:t>
            </a:r>
            <a:r>
              <a:rPr dirty="0"/>
              <a:t> de </a:t>
            </a:r>
            <a:r>
              <a:rPr dirty="0" err="1"/>
              <a:t>programación</a:t>
            </a:r>
            <a:endParaRPr dirty="0"/>
          </a:p>
          <a:p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estructuras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, </a:t>
            </a:r>
            <a:r>
              <a:rPr dirty="0" err="1"/>
              <a:t>ciclos</a:t>
            </a:r>
            <a:r>
              <a:rPr dirty="0"/>
              <a:t>, </a:t>
            </a:r>
            <a:r>
              <a:rPr dirty="0" err="1"/>
              <a:t>condicionales</a:t>
            </a:r>
            <a:r>
              <a:rPr dirty="0"/>
              <a:t> y </a:t>
            </a:r>
            <a:r>
              <a:rPr dirty="0" err="1"/>
              <a:t>eventos</a:t>
            </a:r>
            <a:endParaRPr dirty="0"/>
          </a:p>
          <a:p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entorno</a:t>
            </a:r>
            <a:r>
              <a:rPr dirty="0"/>
              <a:t> </a:t>
            </a:r>
            <a:r>
              <a:rPr dirty="0" err="1"/>
              <a:t>gráfico</a:t>
            </a:r>
            <a:r>
              <a:rPr dirty="0"/>
              <a:t> </a:t>
            </a:r>
            <a:r>
              <a:rPr dirty="0" err="1"/>
              <a:t>interactivo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</TotalTime>
  <Words>86</Words>
  <Application>Microsoft Office PowerPoint</Application>
  <PresentationFormat>Presentación en pantalla (4:3)</PresentationFormat>
  <Paragraphs>16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Sector</vt:lpstr>
      <vt:lpstr>Juego de Ping Pong 🏓</vt:lpstr>
      <vt:lpstr>Objetivo del Programa</vt:lpstr>
      <vt:lpstr>Principales Funcionalidades</vt:lpstr>
      <vt:lpstr>Estructura del Juego</vt:lpstr>
      <vt:lpstr>VISUALIZACION DEL JUEGO 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Juego de Ping Pong 🏓</dc:title>
  <dc:subject/>
  <dc:creator>HP VICTUS</dc:creator>
  <cp:keywords/>
  <dc:description>generated using python-pptx</dc:description>
  <cp:lastModifiedBy>justin Velásquez</cp:lastModifiedBy>
  <cp:revision>3</cp:revision>
  <dcterms:created xsi:type="dcterms:W3CDTF">2013-01-27T09:14:16Z</dcterms:created>
  <dcterms:modified xsi:type="dcterms:W3CDTF">2026-03-02T01:16:24Z</dcterms:modified>
  <cp:category/>
</cp:coreProperties>
</file>